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474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14B8A6">
              <a:alpha val="25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14B8A6"/>
                </a:solidFill>
              </a:rPr>
              <a:t>✦  AI POWERED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Study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</a:rPr>
              <a:t>Chat · MCQ Practice · Notes Summarizer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429000"/>
            <a:ext cx="12801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429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Powered by Groq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429000"/>
            <a:ext cx="12801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3429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+ Flask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429000"/>
            <a:ext cx="128016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3429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 3.14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</a:rPr>
              <a:t>Shravani Thouta  |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b="1" dirty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ea typeface="Georgia" pitchFamily="34" charset="-122"/>
                <a:cs typeface="Georgia" pitchFamily="34" charset="-120"/>
              </a:rPr>
              <a:t>THE PROBLEM</a:t>
            </a:r>
          </a:p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struggle to study effectively</a:t>
            </a:r>
            <a:endParaRPr lang="en-US" sz="2400" dirty="0"/>
          </a:p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No Instant Help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45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Students can't get quick answers to study questions outside class hours.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43000"/>
            <a:ext cx="64008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Passive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645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Reading notes without practice leads to poor retention and exam failure.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8346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34640"/>
            <a:ext cx="64008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🗒️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971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Overwhelming Notes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37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Long, unstructured notes are hard to review and extract key points from.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2834640"/>
            <a:ext cx="64008" cy="14630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03520" y="29718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</a:rPr>
              <a:t>Expensive Tutors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3375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</a:rPr>
              <a:t>Personal tutors and premium study tools are costly and inaccessible.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400" dirty="0">
                <a:solidFill>
                  <a:srgbClr val="0D9488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 Three Powerful Study Tools.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72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" y="2651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AI Chat Tutor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315468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Ask any study question. Get structured answers with direct response + explanation. Simplify with one click.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6304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630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572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1071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10712" y="2651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MCQ Generator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10712" y="315468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Enter any topic. Get 5 accurate multiple choice questions instantly with correct answers and explanations.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27432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46304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572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36792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36792" y="26517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Notes Summarizer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36792" y="315468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</a:rPr>
              <a:t>Paste your notes. Get clean bullet-point summaries and 3 key takeaways to remember what matters most.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7482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0D9488"/>
                </a:solidFill>
              </a:rPr>
              <a:t>KEY FEATURES</a:t>
            </a:r>
          </a:p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it powerful</a:t>
            </a:r>
            <a:endParaRPr lang="en-US" sz="24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371600"/>
            <a:ext cx="457200" cy="457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80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Structured Answers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645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Every chat response follows: Direct Answer → Explanation format for clarity.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37160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50792" y="1280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Simplify Button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50792" y="1645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One click rewrites any AI response in simple 12-year-old level language.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1371600"/>
            <a:ext cx="457200" cy="45720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14032" y="12801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Instant MCQ Feedback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14032" y="16459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Click an option and immediately see correct/incorrect + full explanation.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108960"/>
            <a:ext cx="457200" cy="457200"/>
          </a:xfrm>
          <a:prstGeom prst="ellipse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Score Tracking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See your score out of 5 at the end of each MCQ session.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02152" y="3108960"/>
            <a:ext cx="457200" cy="4572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2152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📌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50792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Bullet Summaries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50792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Notes are summarized into short bullet points — no long paragraphs.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0" y="2834640"/>
            <a:ext cx="28346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65392" y="3108960"/>
            <a:ext cx="457200" cy="4572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14032" y="3017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100% Free to Run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14032" y="3383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Powered by Groq's free API — no cost to use after setup.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400" dirty="0">
                <a:solidFill>
                  <a:srgbClr val="F59E0B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modern, proven technologies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</a:rPr>
              <a:t>FRONTEND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385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⚛️ React 18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Component-based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7889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8529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🎨 Custom CSS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72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Dark academic theme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7033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7673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Fetch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87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Async API calls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18688" y="1371600"/>
            <a:ext cx="2743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</a:rPr>
              <a:t>BACKEND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1755648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55848" y="18745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47288" y="19385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🐍 Python 3.14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47288" y="2258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Latest Python runtime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55848" y="27889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28529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🌶️ Flask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47288" y="3172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Lightweight web server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7033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37673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Flask-CORS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47288" y="4087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Cross-origin requests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63056" y="1371600"/>
            <a:ext cx="274320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3716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F172A"/>
                </a:solidFill>
              </a:rPr>
              <a:t>AI ENGINE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63056" y="1755648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8745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19385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Groq API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91656" y="2258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Free &amp; ultra-fast LLM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00216" y="27889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28529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🦙 Llama 3.1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91656" y="31729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8B parameter model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0216" y="3703320"/>
            <a:ext cx="246888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376732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📝 Prompt Eng.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91656" y="40873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</a:rPr>
              <a:t>Controlled JSON outputs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0D9488"/>
                </a:solidFill>
              </a:rPr>
              <a:t>ARCHITECTURE</a:t>
            </a:r>
          </a:p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all connects</a:t>
            </a:r>
            <a:endParaRPr lang="en-US" sz="24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173736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371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3317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Browser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localhost:3000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514600"/>
            <a:ext cx="640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2860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9488"/>
                </a:solidFill>
              </a:rPr>
              <a:t>HTTP Request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697480" y="1234440"/>
            <a:ext cx="182880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123444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974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88920" y="24231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• Chat.js
• MCQ.js
• Summarizer.js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974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Port 3000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5943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2240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POST /chat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F59E0B"/>
                </a:solidFill>
              </a:rPr>
              <a:t>/mcq /summarize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212080" y="1234440"/>
            <a:ext cx="182880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23444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12080" y="1874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FLASK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24231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• /chat
• /simplify
• /generate-mcq
• /summarize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Port 8000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0" y="2514600"/>
            <a:ext cx="5943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2286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API Call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26680" y="1234440"/>
            <a:ext cx="1188720" cy="2560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26680" y="1234440"/>
            <a:ext cx="11887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26680" y="1874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GROQ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2668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Llama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3.1-8B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26680" y="33832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Free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</a:rPr>
              <a:t>All communication is JSON over HTTP  •  CORS enabled  •  Error handling on every endpoint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22C55E"/>
                </a:solidFill>
              </a:rPr>
              <a:t>API ENDPOINTS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clean REST endpoints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25880"/>
            <a:ext cx="68580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55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Health check — confirms API is running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417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—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17556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 "status": "ok" 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40280"/>
            <a:ext cx="68580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402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51560" y="23134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70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Ask a study question, get structured answer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331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{ "question": "..."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26700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 "answer": "..." 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154680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154680"/>
            <a:ext cx="68580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1546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32278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/generate-mcq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5844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Generate 5 topic-specific MCQs with answers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34840" y="3246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{ "topic": "..."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35844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 "questions": [...] 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069080"/>
            <a:ext cx="859536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069080"/>
            <a:ext cx="685800" cy="80467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69080"/>
            <a:ext cx="685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</a:rPr>
              <a:t>POST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41422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/summarize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4988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</a:rPr>
              <a:t>Summarize notes into bullets + key takeaways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484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Request: { "text": "..." }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44988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{ "summary": [...] 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7772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0D9488"/>
                </a:solidFill>
              </a:rPr>
              <a:t>QUICK SETUP</a:t>
            </a:r>
            <a:endParaRPr lang="en-US" sz="1100" b="1" kern="0" spc="400" dirty="0">
              <a:solidFill>
                <a:srgbClr val="0D9488"/>
              </a:solidFill>
            </a:endParaRPr>
          </a:p>
          <a:p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and running in 5 minutes</a:t>
            </a:r>
            <a:endParaRPr lang="en-US" sz="20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105156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Get Free API Key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console.groq.com → Sign up → Create key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4155"/>
                </a:solidFill>
              </a:rPr>
              <a:t>→ 100% free, no credit card needed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874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182880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97280" y="1874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Install Backend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1488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 flask-cors groq python-dotenv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4155"/>
                </a:solidFill>
              </a:rPr>
              <a:t>→ Add GROQ_API_KEY to backend/.env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51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260604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Run Backend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926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2788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4155"/>
                </a:solidFill>
              </a:rPr>
              <a:t>→ Runs on http://127.0.0.1:8000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502920" cy="5029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338328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9728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Install Frontend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703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4155"/>
                </a:solidFill>
              </a:rPr>
              <a:t>→ Run inside /frontend folder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42062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160520"/>
            <a:ext cx="7863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9728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</a:rPr>
              <a:t>Start Frontend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4343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34155"/>
                </a:solidFill>
              </a:rPr>
              <a:t>→ Opens at http://localhost:3000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F59E0B"/>
                </a:solidFill>
              </a:rPr>
              <a:t>LEAN CANVAS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Study Assistant — Business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" y="868680"/>
            <a:ext cx="214884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868680"/>
            <a:ext cx="21488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923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F87171"/>
                </a:solidFill>
              </a:rPr>
              <a:t>PROBLEM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64592" y="1234440"/>
            <a:ext cx="2011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No instant study help
• MCQ practice is tedious
• Notes are hard to review
• Tutors are expensive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868680"/>
            <a:ext cx="21488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868680"/>
            <a:ext cx="21488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923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0D9488"/>
                </a:solidFill>
              </a:rPr>
              <a:t>SOLUTION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59152" y="1234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AI Chat Tutor
• Auto MCQ Generator
• Smart Notes Summarizer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868680"/>
            <a:ext cx="214884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868680"/>
            <a:ext cx="21488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923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F59E0B"/>
                </a:solidFill>
              </a:rPr>
              <a:t>UNIQUE VALUE PROP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53712" y="1234440"/>
            <a:ext cx="20116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Study smarter
• 3 tools in 1 app
• Free to use
• Works on any topic instantly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0" y="868680"/>
            <a:ext cx="233172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868680"/>
            <a:ext cx="23317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48272" y="923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22C55E"/>
                </a:solidFill>
              </a:rPr>
              <a:t>UNFAIR ADVANTAGE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748272" y="1234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Groq free tier
• Open source
• Fully customizable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0" y="1828800"/>
            <a:ext cx="21488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1828800"/>
            <a:ext cx="21488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9152" y="18836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0D9488"/>
                </a:solidFill>
              </a:rPr>
              <a:t>KEY METRICS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359152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Questions answered
• MCQs generated
• Notes summarized
• User sessions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75120" y="1828800"/>
            <a:ext cx="233172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828800"/>
            <a:ext cx="2331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188366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F59E0B"/>
                </a:solidFill>
              </a:rPr>
              <a:t>CHANNELS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748272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GitHub
• Word of mouth
• College communities
• LinkedIn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" y="2880360"/>
            <a:ext cx="214884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" y="2880360"/>
            <a:ext cx="2148840" cy="45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" y="2935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F87171"/>
                </a:solidFill>
              </a:rPr>
              <a:t>CUSTOMER SEGMENTS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64592" y="3246120"/>
            <a:ext cx="2011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College students
• School students
• Self learners
• Exam preppers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0" y="2880360"/>
            <a:ext cx="32461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2880360"/>
            <a:ext cx="3246120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293522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94A3B8"/>
                </a:solidFill>
              </a:rPr>
              <a:t>COST STRUCTURE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2359152" y="3246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Groq API: Free tier
• Hosting: Free (Render/Railway)
• Development: Open source
• Domain: Optional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77840" y="2880360"/>
            <a:ext cx="34290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2880360"/>
            <a:ext cx="34290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29352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22C55E"/>
                </a:solidFill>
              </a:rPr>
              <a:t>REVENUE STREAMS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650992" y="32461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</a:rPr>
              <a:t>• Free to use (current)
• Premium: unlimited questions
• Institutional license
• API access for schools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kern="0" spc="400" dirty="0">
                <a:solidFill>
                  <a:srgbClr val="0D9488"/>
                </a:solidFill>
              </a:rPr>
              <a:t>FUTURE SCOPE</a:t>
            </a:r>
          </a:p>
          <a:p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next</a:t>
            </a:r>
            <a:endParaRPr lang="en-US" sz="24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6128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612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</a:rPr>
              <a:t>PHASE 2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38912" y="1435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🔐  User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801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Login system to save chat history, MCQ scores, and summarized notes across sessions.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64008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116128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1612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9488"/>
                </a:solidFill>
              </a:rPr>
              <a:t>PHASE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502152" y="1435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📈  Progress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02152" y="1801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Visual analytics showing topics studied, accuracy per subject, and learning streaks.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05156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5156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16128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16128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PHASE 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565392" y="1435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🖼️  PDF Upload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65392" y="18013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Upload PDF textbooks or lecture slides and ask questions directly about the content.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34640"/>
            <a:ext cx="64008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294436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9443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</a:rPr>
              <a:t>PHASE 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38912" y="3218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🌐  Multi-language Support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3584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Answers and summaries in Hindi, Telugu, Spanish and other regional languages.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28346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83464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02152" y="294436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2152" y="29443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PHASE 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502152" y="3218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📱  Mobile App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02152" y="3584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React Native app for iOS and Android so students can study on the go.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2834640"/>
            <a:ext cx="28346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0" y="283464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65392" y="2944368"/>
            <a:ext cx="685800" cy="228600"/>
          </a:xfrm>
          <a:prstGeom prst="roundRect">
            <a:avLst>
              <a:gd name="adj" fmla="val 12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2944368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2C55E"/>
                </a:solidFill>
              </a:rPr>
              <a:t>PHASE 4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565392" y="3218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</a:rPr>
              <a:t>🏫  Classroom Mode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565392" y="358444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334155"/>
                </a:solidFill>
              </a:rPr>
              <a:t>Teachers create topic banks; students practice — results sent to teacher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-731520"/>
            <a:ext cx="2286000" cy="2286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D9488"/>
                </a:solidFill>
              </a:rPr>
              <a:t>Built with ❤️ by </a:t>
            </a:r>
            <a:r>
              <a:rPr lang="en-US" sz="1600" b="1" dirty="0">
                <a:solidFill>
                  <a:srgbClr val="0D9488"/>
                </a:solidFill>
              </a:rPr>
              <a:t>Shravani Thouta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41148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  GitHub 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697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github.com/shravanithouta108/AI_Study_Assistant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2644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  Class 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326440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MCA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8313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4A3B8"/>
                </a:solidFill>
              </a:rPr>
              <a:t>  University 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383133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Anurag University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52628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526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🚀  Live on GitHub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976</Words>
  <Application>Microsoft Office PowerPoint</Application>
  <PresentationFormat>On-screen Show (16:9)</PresentationFormat>
  <Paragraphs>211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Assistant</dc:title>
  <dc:subject>PptxGenJS Presentation</dc:subject>
  <dc:creator>Shravani Thouta</dc:creator>
  <cp:lastModifiedBy>Shrav T</cp:lastModifiedBy>
  <cp:revision>2</cp:revision>
  <dcterms:created xsi:type="dcterms:W3CDTF">2026-05-08T02:27:34Z</dcterms:created>
  <dcterms:modified xsi:type="dcterms:W3CDTF">2026-05-08T03:16:05Z</dcterms:modified>
</cp:coreProperties>
</file>